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drawingml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Master1" Type="http://schemas.openxmlformats.org/officeDocument/2006/relationships/slideMaster" Target="slideMasters/slideMaster1.xml"/><Relationship Id="rIdSlide1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Layout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67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467600" cy="4351338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 marL="342900" indent="-342900">
        <a:buChar char="•"/>
        <a:defRPr sz="2800">
          <a:solidFill>
            <a:schemeClr val="tx1"/>
          </a:solidFill>
          <a:latin typeface="+mn-lt"/>
        </a:defRPr>
      </a:lvl1pPr>
      <a:lvl2pPr marL="685800" indent="-342900">
        <a:buChar char="•"/>
        <a:defRPr sz="2400">
          <a:solidFill>
            <a:schemeClr val="tx1"/>
          </a:solidFill>
          <a:latin typeface="+mn-lt"/>
        </a:defRPr>
      </a:lvl2pPr>
      <a:lvl3pPr marL="1028700" indent="-342900">
        <a:buChar char="•"/>
        <a:defRPr sz="2000">
          <a:solidFill>
            <a:schemeClr val="tx1"/>
          </a:solidFill>
          <a:latin typeface="+mn-lt"/>
        </a:defRPr>
      </a:lvl3pPr>
      <a:lvl4pPr marL="1371600" indent="-342900">
        <a:buChar char="•"/>
        <a:defRPr sz="1600">
          <a:solidFill>
            <a:schemeClr val="tx1"/>
          </a:solidFill>
          <a:latin typeface="+mn-lt"/>
        </a:defRPr>
      </a:lvl4pPr>
    </p:bodyStyle>
    <p:otherStyle>
      <a:lvl1pPr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Formas libres</a:t>
            </a:r>
          </a:p>
        </p:txBody>
      </p:sp>
      <p:sp>
        <p:nvSpPr>
          <p:cNvPr id="4" name="Rectángulo 1"/>
          <p:cNvSpPr>
            <a:spLocks noGrp="1"/>
          </p:cNvSpPr>
          <p:nvPr/>
        </p:nvSpPr>
        <p:spPr>
          <a:xfrm>
            <a:off x="838200" y="2000000"/>
            <a:ext cx="2000000" cy="900000"/>
          </a:xfrm>
          <a:prstGeom prst="roundRect">
            <a:avLst/>
          </a:prstGeom>
        </p:spPr>
        <p:txBody>
          <a:bodyPr/>
          <a:lstStyle/>
          <a:p>
            <a:r>
              <a:rPr lang="es-ES"/>
              <a:t>Dentro del rectángulo</a:t>
            </a:r>
          </a:p>
        </p:txBody>
      </p:sp>
      <p:sp>
        <p:nvSpPr>
          <p:cNvPr id="5" name="Flecha 1"/>
          <p:cNvSpPr>
            <a:spLocks noGrp="1"/>
          </p:cNvSpPr>
          <p:nvPr/>
        </p:nvSpPr>
        <p:spPr>
          <a:xfrm>
            <a:off x="3200000" y="2200000"/>
            <a:ext cx="1400000" cy="500000"/>
          </a:xfrm>
          <a:prstGeom prst="rightArrow">
            <a:avLst/>
          </a:prstGeom>
        </p:spPr>
        <p:txBody>
          <a:bodyPr/>
          <a:lstStyle/>
        </p:txBody>
      </p:sp>
      <p:cxnSp>
        <p:nvCxnSpPr>
          <p:cNvPr id="6" name="Conector 1"/>
          <p:cNvCxnSpPr/>
          <p:nvPr/>
        </p:nvCxnSpPr>
        <p:spPr>
          <a:xfrm>
            <a:off x="3000000" y="3000000"/>
            <a:ext cx="1200000" cy="0"/>
          </a:xfrm>
          <a:prstGeom prst="line">
            <a:avLst/>
          </a:prstGeom>
        </p:spPr>
      </p:cxnSp>
    </p:spTree>
  </p:cSld>
</p:sld>
</file>

<file path=ppt/theme/theme1.xml><?xml version="1.0" encoding="utf-8"?>
<a:theme xmlns:a="http://schemas.openxmlformats.org/drawingml/2006/main" name="docsai">
  <a:themeElements>
    <a:clrScheme name="docsai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1E5AC8"/>
      </a:accent1>
      <a:accent2>
        <a:srgbClr val="C82828"/>
      </a:accent2>
      <a:accent3>
        <a:srgbClr val="14A03C"/>
      </a:accent3>
      <a:accent4>
        <a:srgbClr val="E0A000"/>
      </a:accent4>
      <a:accent5>
        <a:srgbClr val="7030A0"/>
      </a:accent5>
      <a:accent6>
        <a:srgbClr val="00B0B0"/>
      </a:accent6>
      <a:hlink>
        <a:srgbClr val="0563C1"/>
      </a:hlink>
      <a:folHlink>
        <a:srgbClr val="954F72"/>
      </a:folHlink>
    </a:clrScheme>
    <a:fontScheme name="docsai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ocsa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docsai-corpus</Application>
  <Company>docsai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Geometría de formas</dc:title>
  <dc:creator>docsai corpus</dc:creator>
  <cp:lastModifiedBy>docsai corpus</cp:lastModifiedBy>
  <dc:language>es-ES</dc:language>
  <dcterms:created xsi:type="dcterms:W3CDTF">2026-01-01T00:00:00Z</dcterms:created>
  <dcterms:modified xsi:type="dcterms:W3CDTF">2026-01-02T00:00:00Z</dcterms:modified>
</cp:coreProperties>
</file>