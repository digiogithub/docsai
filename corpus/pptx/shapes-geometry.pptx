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Formas libres</a:t>
            </a:r>
          </a:p>
        </p:txBody>
      </p:sp>
      <p:sp>
        <p:nvSpPr>
          <p:cNvPr id="4" name="Rectángulo 1"/>
          <p:cNvSpPr>
            <a:spLocks noGrp="1"/>
          </p:cNvSpPr>
          <p:nvPr/>
        </p:nvSpPr>
        <p:spPr>
          <a:xfrm>
            <a:off x="838200" y="2000000"/>
            <a:ext cx="2000000" cy="900000"/>
          </a:xfrm>
          <a:prstGeom prst="roundRect">
            <a:avLst/>
          </a:prstGeom>
        </p:spPr>
        <p:txBody>
          <a:bodyPr/>
          <a:lstStyle/>
          <a:p>
            <a:r>
              <a:rPr lang="es-ES"/>
              <a:t>Dentro del rectángulo</a:t>
            </a:r>
          </a:p>
        </p:txBody>
      </p:sp>
      <p:sp>
        <p:nvSpPr>
          <p:cNvPr id="5" name="Flecha 1"/>
          <p:cNvSpPr>
            <a:spLocks noGrp="1"/>
          </p:cNvSpPr>
          <p:nvPr/>
        </p:nvSpPr>
        <p:spPr>
          <a:xfrm>
            <a:off x="3200000" y="2200000"/>
            <a:ext cx="1400000" cy="500000"/>
          </a:xfrm>
          <a:prstGeom prst="rightArrow">
            <a:avLst/>
          </a:prstGeom>
        </p:spPr>
        <p:txBody>
          <a:bodyPr/>
          <a:lstStyle/>
        </p:txBody>
      </p:sp>
      <p:cxnSp>
        <p:nvCxnSpPr>
          <p:cNvPr id="6" name="Conector 1"/>
          <p:cNvCxnSpPr/>
          <p:nvPr/>
        </p:nvCxnSpPr>
        <p:spPr>
          <a:xfrm>
            <a:off x="3000000" y="3000000"/>
            <a:ext cx="1200000" cy="0"/>
          </a:xfrm>
          <a:prstGeom prst="line">
            <a:avLst/>
          </a:prstGeom>
        </p:spPr>
      </p:cxn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Geometría de formas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