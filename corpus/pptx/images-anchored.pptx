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Img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Con imagen</a:t>
            </a:r>
          </a:p>
        </p:txBody>
      </p:sp>
      <p:pic>
        <p:nvPicPr>
          <p:cNvPr id="4" name="Imagen 1" descr="Gráfico de barras azul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1524000" y="2286000"/>
            <a:ext cx="1143000" cy="85725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Imagen anclada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