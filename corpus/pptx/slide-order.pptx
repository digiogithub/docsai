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2"/>
    <p:sldId id="257" r:id="rIdSlide3"/>
    <p:sldId id="258" r:id="rIdSlide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Tercera en el orden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Va la última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Primera en el orden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Va la primera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Segunda en el orden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Va en medio</a:t>
            </a:r>
          </a:p>
        </p:txBody>
      </p:sp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Orden de diapositivas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