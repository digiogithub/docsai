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Niveles de viñeta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r>
              <a:rPr lang="es-ES"/>
              <a:t>Vuelve al primero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8200" y="5200000"/>
            <a:ext cx="7467600" cy="1000000"/>
          </a:xfrm>
          <a:prstGeom prst="rect">
            <a:avLst/>
          </a:prstGeom>
        </p:spPr>
        <p:txBody>
          <a:bodyPr/>
          <a:lstStyle/>
          <a:p>
            <a:pPr>
              <a:buAutoNum type="arabicPeriod"/>
            </a:pPr>
            <a:r>
              <a:rPr lang="es-ES"/>
              <a:t>Uno</a:t>
            </a:r>
          </a:p>
          <a:p>
            <a:pPr>
              <a:buAutoNum type="arabicPeriod"/>
            </a:pPr>
            <a:r>
              <a:rPr lang="es-ES"/>
              <a:t>Dos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Viñetas y niveles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