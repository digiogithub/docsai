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embeddings/workbook1.xlsx" ContentType="application/vnd.openxmlformats-officedocument.spreadsheetml.sheet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charts/_rels/chart1.xml.rels><?xml version="1.0" encoding="UTF-8" standalone="yes"?>
<Relationships xmlns="http://schemas.openxmlformats.org/package/2006/relationships"><Relationship Id="rIdWorkbook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Chart>
        <c:barDir val="col"/>
        <c:grouping val="clustered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cat>
            <c:strRef>
              <c:f>Hoja1!$A$2:$A$4</c:f>
              <c:strCache>
                <c:ptCount val="3"/>
                <c:pt idx="0">
                  <c:v>Norte</c:v>
                </c:pt>
                <c:pt idx="1">
                  <c:v>Sur</c:v>
                </c:pt>
                <c:pt idx="2">
                  <c:v>Este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1200</c:v>
                </c:pt>
                <c:pt idx="1">
                  <c:v>980</c:v>
                </c:pt>
                <c:pt idx="2">
                  <c:v>1440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Ventas por zona</a:t>
            </a:r>
          </a:p>
        </p:txBody>
      </p:sp>
      <p:graphicFrame>
        <p:nvGraphicFramePr>
          <p:cNvPr id="4" name="Gráfico 1"/>
          <p:cNvGraphicFramePr/>
          <p:nvPr/>
        </p:nvGraphicFramePr>
        <p:xfrm>
          <a:off x="838200" y="1825625"/>
          <a:ext cx="7467600" cy="36000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Gráfico incrustado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