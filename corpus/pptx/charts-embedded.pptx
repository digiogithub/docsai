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embeddings/workbook1.xlsx" ContentType="application/vnd.openxmlformats-officedocument.spreadsheetml.sheet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charts/_rels/chart1.xml.rels><?xml version="1.0" encoding="UTF-8" standalone="yes"?>
<Relationships xmlns="http://schemas.openxmlformats.org/package/2006/relationships"><Relationship Id="rIdWorkbook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layout/>
      <c:barChart>
        <c:barDir val="col"/>
        <c:grouping val="clustered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cat>
            <c:strRef>
              <c:f>Hoja1!$A$2:$A$4</c:f>
              <c:strCache>
                <c:ptCount val="3"/>
                <c:pt idx="0">
                  <c:v>Norte</c:v>
                </c:pt>
                <c:pt idx="1">
                  <c:v>Sur</c:v>
                </c:pt>
                <c:pt idx="2">
                  <c:v>Este</c:v>
                </c:pt>
              </c:strCache>
            </c:strRef>
          </c:cat>
          <c:val>
            <c:numRef>
              <c:f>Hoja1!$B$2:$B$4</c:f>
              <c:numCache>
                <c:formatCode>General</c:formatCode>
                <c:ptCount val="3"/>
                <c:pt idx="0">
                  <c:v>1200</c:v>
                </c:pt>
                <c:pt idx="1">
                  <c:v>980</c:v>
                </c:pt>
                <c:pt idx="2">
                  <c:v>1440</c:v>
                </c:pt>
              </c:numCache>
            </c:numRef>
          </c:val>
        </c:ser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Chart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Ventas por zona</a:t>
            </a:r>
          </a:p>
        </p:txBody>
      </p:sp>
      <p:graphicFrame>
        <p:nvGraphicFramePr>
          <p:cNvPr id="4" name="Gráfico 1"/>
          <p:cNvGraphicFramePr/>
          <p:nvPr/>
        </p:nvGraphicFramePr>
        <p:xfrm>
          <a:off x="838200" y="1825625"/>
          <a:ext cx="7467600" cy="3600000"/>
        </p:xfrm>
        <a:graphic>
          <a:graphicData uri="http://schemas.openxmlformats.org/drawingml/2006/chart">
            <c:chart xmlns:c="http://schemas.openxmlformats.org/drawingml/2006/chart" r:id="rIdChart"/>
          </a:graphicData>
        </a:graphic>
      </p:graphicFrame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Gráfico incrustado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