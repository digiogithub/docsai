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Todo heredado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Sin posición propia</a:t>
            </a:r>
          </a:p>
          <a:p>
            <a:r>
              <a:rPr lang="es-ES"/>
              <a:t>Sin tipografía propia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Cascada de placeholders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