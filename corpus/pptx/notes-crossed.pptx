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notesMasterIdLst>
    <p:notesMasterId r:id="rIdNotesMaster"/>
  </p:notesMasterIdLst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NotesMaster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.xml"/><Relationship Id="rIdNotesMaster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.xml"/><Relationship Id="rIdNotesMaster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 de la segunda diapositiva.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Nota de la primera diapositiva.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Primera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Contenido de la primera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Segunda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Contenido de la segunda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Notas cruzadas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