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drawingml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notesMasterIdLst>
    <p:notesMasterId r:id="rIdNotesMaster"/>
  </p:notesMasterIdLst>
  <p:sldIdLst>
    <p:sldId id="256" r:id="rIdSlide1"/>
    <p:sldId id="257" r:id="rIdSlide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Master1" Type="http://schemas.openxmlformats.org/officeDocument/2006/relationships/slideMaster" Target="slideMasters/slideMaster1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NotesMaster" Type="http://schemas.openxmlformats.org/officeDocument/2006/relationships/notesMaster" Target="notesMasters/notesMaster1.xml"/></Relationships>
</file>

<file path=ppt/notesMasters/_rels/notesMaster1.xml.rels><?xml version="1.0" encoding="UTF-8" standalone="yes"?>
<Relationships xmlns="http://schemas.openxmlformats.org/package/2006/relationships"><Relationship Id="rIdTheme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/>
          <a:lstStyle/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Slide" Type="http://schemas.openxmlformats.org/officeDocument/2006/relationships/slide" Target="../slides/slide2.xml"/><Relationship Id="rIdNotesMaster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Slide" Type="http://schemas.openxmlformats.org/officeDocument/2006/relationships/slide" Target="../slides/slide1.xml"/><Relationship Id="rIdNotesMaster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Nota de la segunda diapositiva.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Nota de la primera diapositiva.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Layout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467600" cy="1325563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7467600" cy="4351338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  <p:txStyles>
    <p:titleStyle>
      <a:lvl1pPr>
        <a:defRPr sz="4400">
          <a:solidFill>
            <a:schemeClr val="tx1"/>
          </a:solidFill>
          <a:latin typeface="+mj-lt"/>
        </a:defRPr>
      </a:lvl1pPr>
    </p:titleStyle>
    <p:bodyStyle>
      <a:lvl1pPr marL="342900" indent="-342900">
        <a:buChar char="•"/>
        <a:defRPr sz="2800">
          <a:solidFill>
            <a:schemeClr val="tx1"/>
          </a:solidFill>
          <a:latin typeface="+mn-lt"/>
        </a:defRPr>
      </a:lvl1pPr>
      <a:lvl2pPr marL="685800" indent="-342900">
        <a:buChar char="•"/>
        <a:defRPr sz="2400">
          <a:solidFill>
            <a:schemeClr val="tx1"/>
          </a:solidFill>
          <a:latin typeface="+mn-lt"/>
        </a:defRPr>
      </a:lvl2pPr>
      <a:lvl3pPr marL="1028700" indent="-342900">
        <a:buChar char="•"/>
        <a:defRPr sz="2000">
          <a:solidFill>
            <a:schemeClr val="tx1"/>
          </a:solidFill>
          <a:latin typeface="+mn-lt"/>
        </a:defRPr>
      </a:lvl3pPr>
      <a:lvl4pPr marL="1371600" indent="-342900">
        <a:buChar char="•"/>
        <a:defRPr sz="1600">
          <a:solidFill>
            <a:schemeClr val="tx1"/>
          </a:solidFill>
          <a:latin typeface="+mn-lt"/>
        </a:defRPr>
      </a:lvl4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Relationship Id="rIdNotes" Type="http://schemas.openxmlformats.org/officeDocument/2006/relationships/notesSlide" Target="../notesSlides/notesSlide2.xml"/></Relationships>
</file>

<file path=ppt/slides/_rels/slide2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Relationship Id="rIdNotes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Primera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Contenido de la primera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Segunda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Contenido de la segunda</a:t>
            </a:r>
          </a:p>
        </p:txBody>
      </p:sp>
    </p:spTree>
  </p:cSld>
</p:sld>
</file>

<file path=ppt/theme/theme1.xml><?xml version="1.0" encoding="utf-8"?>
<a:theme xmlns:a="http://schemas.openxmlformats.org/drawingml/2006/main" name="docsai">
  <a:themeElements>
    <a:clrScheme name="docsai">
      <a:dk1>
        <a:sysClr val="windowText" lastClr="000000"/>
      </a:dk1>
      <a:lt1>
        <a:sysClr val="window" lastClr="FFFFFF"/>
      </a:lt1>
      <a:dk2>
        <a:srgbClr val="1F3864"/>
      </a:dk2>
      <a:lt2>
        <a:srgbClr val="E7E6E6"/>
      </a:lt2>
      <a:accent1>
        <a:srgbClr val="1E5AC8"/>
      </a:accent1>
      <a:accent2>
        <a:srgbClr val="C82828"/>
      </a:accent2>
      <a:accent3>
        <a:srgbClr val="14A03C"/>
      </a:accent3>
      <a:accent4>
        <a:srgbClr val="E0A000"/>
      </a:accent4>
      <a:accent5>
        <a:srgbClr val="7030A0"/>
      </a:accent5>
      <a:accent6>
        <a:srgbClr val="00B0B0"/>
      </a:accent6>
      <a:hlink>
        <a:srgbClr val="0563C1"/>
      </a:hlink>
      <a:folHlink>
        <a:srgbClr val="954F72"/>
      </a:folHlink>
    </a:clrScheme>
    <a:fontScheme name="docsai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ocsai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docsai-corpus</Application>
  <Company>docsai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Notas cruzadas</dc:title>
  <dc:creator>docsai corpus</dc:creator>
  <cp:lastModifiedBy>docsai corpus</cp:lastModifiedBy>
  <dc:language>es-ES</dc:language>
  <dcterms:created xsi:type="dcterms:W3CDTF">2026-01-01T00:00:00Z</dcterms:created>
  <dcterms:modified xsi:type="dcterms:W3CDTF">2026-01-02T00:00:00Z</dcterms:modified>
</cp:coreProperties>
</file>