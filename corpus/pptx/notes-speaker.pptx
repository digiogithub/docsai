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notesMasterIdLst>
    <p:notesMasterId r:id="rIdNotesMaster"/>
  </p:notesMasterIdLst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NotesMaster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Insistir en que el 12 % es interanual.</a:t>
            </a:r>
          </a:p>
          <a:p>
            <a:r>
              <a:rPr lang="es-ES"/>
              <a:t>No entrar en el desglose por región.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Si preguntan por el proveedor, remitir al anexo.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Crecimiento del 12 %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Riesgos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Dependencia de un proveedor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Notas del ponente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