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notesMasterIdLst>
    <p:notesMasterId r:id="rIdNotesMaster"/>
  </p:notesMasterIdLst>
  <p:sldIdLst>
    <p:sldId id="256" r:id="rIdSlide1"/>
    <p:sldId id="257" r:id="rIdSlide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NotesMaster" Type="http://schemas.openxmlformats.org/officeDocument/2006/relationships/notesMaster" Target="notesMasters/notesMaster1.xml"/></Relationships>
</file>

<file path=ppt/notesMasters/_rels/notesMaster1.xml.rels><?xml version="1.0" encoding="UTF-8" standalone="yes"?>
<Relationships xmlns="http://schemas.openxmlformats.org/package/2006/relationships"><Relationship Id="rIdTheme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/>
          <a:lstStyle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Slide" Type="http://schemas.openxmlformats.org/officeDocument/2006/relationships/slide" Target="../slides/slide1.xml"/><Relationship Id="rIdNotesMaster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Slide" Type="http://schemas.openxmlformats.org/officeDocument/2006/relationships/slide" Target="../slides/slide2.xml"/><Relationship Id="rIdNotesMaster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Insistir en que el 12 % es interanual.</a:t>
            </a:r>
          </a:p>
          <a:p>
            <a:r>
              <a:rPr lang="es-ES"/>
              <a:t>No entrar en el desglose por región.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Si preguntan por el proveedor, remitir al anexo.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Resultados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Crecimiento del 12 %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Riesgos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Dependencia de un proveedor</a:t>
            </a:r>
          </a:p>
        </p:txBody>
      </p:sp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Notas del ponente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