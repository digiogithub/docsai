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Ventas por región</a:t>
            </a:r>
          </a:p>
        </p:txBody>
      </p:sp>
      <p:graphicFrame>
        <p:nvGraphicFramePr>
          <p:cNvPr id="4" name="Tabla 1"/>
          <p:cNvGraphicFramePr>
            <a:graphicFrameLocks noGrp="1"/>
          </p:cNvGraphicFramePr>
          <p:nvPr/>
        </p:nvGraphicFramePr>
        <p:xfrm>
          <a:off x="838200" y="1825625"/>
          <a:ext cx="7467600" cy="1112520"/>
        </p:xfrm>
        <a:graphic>
          <a:graphicData uri="http://schemas.openxmlformats.org/drawingml/2006/table">
            <a:tbl>
              <a:tblPr firstRow="1" bandRow="1"/>
              <a:tblGrid>
                <a:gridCol w="3733800"/>
                <a:gridCol w="3733800"/>
              </a:tblGrid>
              <a:tr h="370840">
                <a:tc>
                  <p:txBody>
                    <a:bodyPr/>
                    <a:lstStyle/>
                    <a:p>
                      <a:r>
                        <a:rPr lang="es-ES"/>
                        <a:t>Región</a:t>
                      </a:r>
                    </a:p>
                  </p:txBody>
                  <a:tcPr/>
                </a:tc>
                <a:tc>
                  <p:txBody>
                    <a:bodyPr/>
                    <a:lstStyle/>
                    <a:p>
                      <a:r>
                        <a:rPr lang="es-ES"/>
                        <a:t>Ventas</a:t>
                      </a:r>
                    </a:p>
                  </p:txBody>
                  <a:tcPr/>
                </a:tc>
              </a:tr>
              <a:tr h="370840">
                <a:tc>
                  <p:txBody>
                    <a:bodyPr/>
                    <a:lstStyle/>
                    <a:p>
                      <a:r>
                        <a:rPr lang="es-ES"/>
                        <a:t>Norte</a:t>
                      </a:r>
                    </a:p>
                  </p:txBody>
                  <a:tcPr/>
                </a:tc>
                <a:tc>
                  <p:txBody>
                    <a:bodyPr/>
                    <a:lstStyle/>
                    <a:p>
                      <a:r>
                        <a:rPr lang="es-ES"/>
                        <a:t>1 200</a:t>
                      </a:r>
                    </a:p>
                  </p:txBody>
                  <a:tcPr/>
                </a:tc>
              </a:tr>
              <a:tr h="370840">
                <a:tc>
                  <p:txBody>
                    <a:bodyPr/>
                    <a:lstStyle/>
                    <a:p>
                      <a:r>
                        <a:rPr lang="es-ES"/>
                        <a:t>Sur</a:t>
                      </a:r>
                    </a:p>
                  </p:txBody>
                  <a:tcPr/>
                </a:tc>
                <a:tc>
                  <p:txBody>
                    <a:bodyPr/>
                    <a:lstStyle/>
                    <a:p>
                      <a:r>
                        <a:rPr lang="es-ES"/>
                        <a:t>980</a:t>
                      </a:r>
                    </a:p>
                  </p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Tabla simple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