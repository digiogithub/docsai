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Texto que no cabe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r>
              <a:rPr lang="es-ES"/>
              <a:t>Línea 1 de un cuerpo deliberadamente largo</a:t>
            </a:r>
          </a:p>
          <a:p>
            <a:r>
              <a:rPr lang="es-ES"/>
              <a:t>Línea 2 de un cuerpo deliberadamente largo</a:t>
            </a:r>
          </a:p>
          <a:p>
            <a:r>
              <a:rPr lang="es-ES"/>
              <a:t>Línea 3 de un cuerpo deliberadamente largo</a:t>
            </a:r>
          </a:p>
          <a:p>
            <a:r>
              <a:rPr lang="es-ES"/>
              <a:t>Línea 4 de un cuerpo deliberadamente largo</a:t>
            </a:r>
          </a:p>
          <a:p>
            <a:r>
              <a:rPr lang="es-ES"/>
              <a:t>Línea 5 de un cuerpo deliberadamente largo</a:t>
            </a:r>
          </a:p>
          <a:p>
            <a:r>
              <a:rPr lang="es-ES"/>
              <a:t>Línea 6 de un cuerpo deliberadamente largo</a:t>
            </a:r>
          </a:p>
          <a:p>
            <a:r>
              <a:rPr lang="es-ES"/>
              <a:t>Línea 7 de un cuerpo deliberadamente largo</a:t>
            </a:r>
          </a:p>
          <a:p>
            <a:r>
              <a:rPr lang="es-ES"/>
              <a:t>Línea 8 de un cuerpo deliberadamente largo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Autofit obsoleto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