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drawingml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</p:txBody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Layout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67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7467600" cy="4351338"/>
          </a:xfrm>
          <a:prstGeom prst="rect">
            <a:avLst/>
          </a:prstGeom>
        </p:spPr>
        <p:txBody>
          <a:bodyPr/>
          <a:lstStyle/>
          <a:p>
            <a:r>
              <a:rPr lang="es-E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4400">
          <a:solidFill>
            <a:schemeClr val="tx1"/>
          </a:solidFill>
          <a:latin typeface="+mj-lt"/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  <a:latin typeface="+mn-lt"/>
        </a:defRPr>
      </a:lvl1pPr>
      <a:lvl2pPr marL="685800" indent="-342900">
        <a:buChar char="•"/>
        <a:defRPr sz="2400">
          <a:solidFill>
            <a:schemeClr val="tx1"/>
          </a:solidFill>
          <a:latin typeface="+mn-lt"/>
        </a:defRPr>
      </a:lvl2pPr>
      <a:lvl3pPr marL="1028700" indent="-342900">
        <a:buChar char="•"/>
        <a:defRPr sz="2000">
          <a:solidFill>
            <a:schemeClr val="tx1"/>
          </a:solidFill>
          <a:latin typeface="+mn-lt"/>
        </a:defRPr>
      </a:lvl3pPr>
      <a:lvl4pPr marL="1371600" indent="-342900">
        <a:buChar char="•"/>
        <a:defRPr sz="1600">
          <a:solidFill>
            <a:schemeClr val="tx1"/>
          </a:solidFill>
          <a:latin typeface="+mn-lt"/>
        </a:defRPr>
      </a:lvl4pPr>
    </p:bodyStyle>
    <p:otherStyle>
      <a:lvl1pPr>
        <a:defRPr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s-ES"/>
              <a:t>Texto que no cabe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62500" lnSpcReduction="20000"/>
          </a:bodyPr>
          <a:lstStyle/>
          <a:p>
            <a:r>
              <a:rPr lang="es-ES"/>
              <a:t>Línea 1 de un cuerpo deliberadamente largo</a:t>
            </a:r>
          </a:p>
          <a:p>
            <a:r>
              <a:rPr lang="es-ES"/>
              <a:t>Línea 2 de un cuerpo deliberadamente largo</a:t>
            </a:r>
          </a:p>
          <a:p>
            <a:r>
              <a:rPr lang="es-ES"/>
              <a:t>Línea 3 de un cuerpo deliberadamente largo</a:t>
            </a:r>
          </a:p>
          <a:p>
            <a:r>
              <a:rPr lang="es-ES"/>
              <a:t>Línea 4 de un cuerpo deliberadamente largo</a:t>
            </a:r>
          </a:p>
          <a:p>
            <a:r>
              <a:rPr lang="es-ES"/>
              <a:t>Línea 5 de un cuerpo deliberadamente largo</a:t>
            </a:r>
          </a:p>
          <a:p>
            <a:r>
              <a:rPr lang="es-ES"/>
              <a:t>Línea 6 de un cuerpo deliberadamente largo</a:t>
            </a:r>
          </a:p>
          <a:p>
            <a:r>
              <a:rPr lang="es-ES"/>
              <a:t>Línea 7 de un cuerpo deliberadamente largo</a:t>
            </a:r>
          </a:p>
          <a:p>
            <a:r>
              <a:rPr lang="es-ES"/>
              <a:t>Línea 8 de un cuerpo deliberadamente largo</a:t>
            </a:r>
          </a:p>
        </p:txBody>
      </p:sp>
    </p:spTree>
  </p:cSld>
</p:sld>
</file>

<file path=ppt/theme/theme1.xml><?xml version="1.0" encoding="utf-8"?>
<a:theme xmlns:a="http://schemas.openxmlformats.org/drawingml/2006/main" name="docsai">
  <a:themeElements>
    <a:clrScheme name="docsai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1E5AC8"/>
      </a:accent1>
      <a:accent2>
        <a:srgbClr val="C82828"/>
      </a:accent2>
      <a:accent3>
        <a:srgbClr val="14A03C"/>
      </a:accent3>
      <a:accent4>
        <a:srgbClr val="E0A000"/>
      </a:accent4>
      <a:accent5>
        <a:srgbClr val="7030A0"/>
      </a:accent5>
      <a:accent6>
        <a:srgbClr val="00B0B0"/>
      </a:accent6>
      <a:hlink>
        <a:srgbClr val="0563C1"/>
      </a:hlink>
      <a:folHlink>
        <a:srgbClr val="954F72"/>
      </a:folHlink>
    </a:clrScheme>
    <a:fontScheme name="docsa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ocsa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docsai-corpus</Application>
  <Company>docsai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Autofit obsoleto</dc:title>
  <dc:creator>docsai corpus</dc:creator>
  <cp:lastModifiedBy>docsai corpus</cp:lastModifiedBy>
  <dc:language>es-ES</dc:language>
  <dcterms:created xsi:type="dcterms:W3CDTF">2026-01-01T00:00:00Z</dcterms:created>
  <dcterms:modified xsi:type="dcterms:W3CDTF">2026-01-02T00:00:00Z</dcterms:modified>
</cp:coreProperties>
</file>