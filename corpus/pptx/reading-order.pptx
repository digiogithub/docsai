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e 1"/>
          <p:cNvSpPr>
            <a:spLocks noGrp="1"/>
          </p:cNvSpPr>
          <p:nvPr/>
        </p:nvSpPr>
        <p:spPr>
          <a:xfrm>
            <a:off x="838200" y="5000000"/>
            <a:ext cx="2000000" cy="500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Al pie de la diapositiva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Cuerpo heredado</a:t>
            </a:r>
          </a:p>
        </p:txBody>
      </p:sp>
      <p:sp>
        <p:nvSpPr>
          <p:cNvPr id="5" name="Etiqueta derecha"/>
          <p:cNvSpPr>
            <a:spLocks noGrp="1"/>
          </p:cNvSpPr>
          <p:nvPr/>
        </p:nvSpPr>
        <p:spPr>
          <a:xfrm>
            <a:off x="5000000" y="2000000"/>
            <a:ext cx="1500000" cy="500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A la derecha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El título va el cuarto</a:t>
            </a:r>
          </a:p>
        </p:txBody>
      </p:sp>
      <p:sp>
        <p:nvSpPr>
          <p:cNvPr id="6" name="Marca izquierda"/>
          <p:cNvSpPr>
            <a:spLocks noGrp="1"/>
          </p:cNvSpPr>
          <p:nvPr/>
        </p:nvSpPr>
        <p:spPr>
          <a:xfrm>
            <a:off x="838200" y="2010000"/>
            <a:ext cx="1500000" cy="500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A la izquierda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Orden de lectura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