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Título con cuerpo vacío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8200" y="4500000"/>
            <a:ext cx="7467600" cy="1500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Primera línea</a:t>
            </a:r>
          </a:p>
          <a:p>
            <a:endParaRPr/>
          </a:p>
          <a:p>
            <a:r>
              <a:rPr lang="es-ES"/>
              <a:t>Tras el hueco</a:t>
            </a:r>
          </a:p>
        </p:txBody>
      </p:sp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Placeholders vacíos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