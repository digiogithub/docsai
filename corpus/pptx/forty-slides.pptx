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notesMasterIdLst>
    <p:notesMasterId r:id="rIdNotesMaster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  <p:sldId id="281" r:id="rIdSlide26"/>
    <p:sldId id="282" r:id="rIdSlide27"/>
    <p:sldId id="283" r:id="rIdSlide28"/>
    <p:sldId id="284" r:id="rIdSlide29"/>
    <p:sldId id="285" r:id="rIdSlide30"/>
    <p:sldId id="286" r:id="rIdSlide31"/>
    <p:sldId id="287" r:id="rIdSlide32"/>
    <p:sldId id="288" r:id="rIdSlide33"/>
    <p:sldId id="289" r:id="rIdSlide34"/>
    <p:sldId id="290" r:id="rIdSlide35"/>
    <p:sldId id="291" r:id="rIdSlide36"/>
    <p:sldId id="292" r:id="rIdSlide37"/>
    <p:sldId id="293" r:id="rIdSlide38"/>
    <p:sldId id="294" r:id="rIdSlide39"/>
    <p:sldId id="295" r:id="rIdSlide40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Relationship Id="rIdSlide26" Type="http://schemas.openxmlformats.org/officeDocument/2006/relationships/slide" Target="slides/slide26.xml"/><Relationship Id="rIdSlide27" Type="http://schemas.openxmlformats.org/officeDocument/2006/relationships/slide" Target="slides/slide27.xml"/><Relationship Id="rIdSlide28" Type="http://schemas.openxmlformats.org/officeDocument/2006/relationships/slide" Target="slides/slide28.xml"/><Relationship Id="rIdSlide29" Type="http://schemas.openxmlformats.org/officeDocument/2006/relationships/slide" Target="slides/slide29.xml"/><Relationship Id="rIdSlide30" Type="http://schemas.openxmlformats.org/officeDocument/2006/relationships/slide" Target="slides/slide30.xml"/><Relationship Id="rIdSlide31" Type="http://schemas.openxmlformats.org/officeDocument/2006/relationships/slide" Target="slides/slide31.xml"/><Relationship Id="rIdSlide32" Type="http://schemas.openxmlformats.org/officeDocument/2006/relationships/slide" Target="slides/slide32.xml"/><Relationship Id="rIdSlide33" Type="http://schemas.openxmlformats.org/officeDocument/2006/relationships/slide" Target="slides/slide33.xml"/><Relationship Id="rIdSlide34" Type="http://schemas.openxmlformats.org/officeDocument/2006/relationships/slide" Target="slides/slide34.xml"/><Relationship Id="rIdSlide35" Type="http://schemas.openxmlformats.org/officeDocument/2006/relationships/slide" Target="slides/slide35.xml"/><Relationship Id="rIdSlide36" Type="http://schemas.openxmlformats.org/officeDocument/2006/relationships/slide" Target="slides/slide36.xml"/><Relationship Id="rIdSlide37" Type="http://schemas.openxmlformats.org/officeDocument/2006/relationships/slide" Target="slides/slide37.xml"/><Relationship Id="rIdSlide38" Type="http://schemas.openxmlformats.org/officeDocument/2006/relationships/slide" Target="slides/slide38.xml"/><Relationship Id="rIdSlide39" Type="http://schemas.openxmlformats.org/officeDocument/2006/relationships/slide" Target="slides/slide39.xml"/><Relationship Id="rIdSlide40" Type="http://schemas.openxmlformats.org/officeDocument/2006/relationships/slide" Target="slides/slide40.xml"/><Relationship Id="rIdNotesMaster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.xml"/><Relationship Id="rIdNotesMaster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4.xml"/><Relationship Id="rIdNotesMaster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5.xml"/><Relationship Id="rIdNotesMaster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6.xml"/><Relationship Id="rIdNotesMaster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7.xml"/><Relationship Id="rIdNotesMaster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8.xml"/><Relationship Id="rIdNotesMaster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9.xml"/><Relationship Id="rIdNotesMaster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0.xml"/><Relationship Id="rIdNotesMaster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1.xml"/><Relationship Id="rIdNotesMaster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2.xml"/><Relationship Id="rIdNotesMaster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3.xml"/><Relationship Id="rIdNotesMaster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4.xml"/><Relationship Id="rIdNotesMaster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5.xml"/><Relationship Id="rIdNotesMaster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6.xml"/><Relationship Id="rIdNotesMaster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7.xml"/><Relationship Id="rIdNotesMaster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8.xml"/><Relationship Id="rIdNotesMaster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9.xml"/><Relationship Id="rIdNotesMaster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0.xml"/><Relationship Id="rIdNotesMaster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1.xml"/><Relationship Id="rIdNotesMaster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2.xml"/><Relationship Id="rIdNotesMaster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3.xml"/><Relationship Id="rIdNotesMaster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4.xml"/><Relationship Id="rIdNotesMaster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5.xml"/><Relationship Id="rIdNotesMaster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6.xml"/><Relationship Id="rIdNotesMaster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7.xml"/><Relationship Id="rIdNotesMaster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8.xml"/><Relationship Id="rIdNotesMaster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9.xml"/><Relationship Id="rIdNotesMaster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0.xml"/><Relationship Id="rIdNotesMaster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1.xml"/><Relationship Id="rIdNotesMaster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2.xml"/><Relationship Id="rIdNotesMaster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3.xml"/><Relationship Id="rIdNotesMaster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4.xml"/><Relationship Id="rIdNotesMaster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5.xml"/><Relationship Id="rIdNotesMaster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6.xml"/><Relationship Id="rIdNotesMaster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7.xml"/><Relationship Id="rIdNotesMaster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8.xml"/><Relationship Id="rIdNotesMaster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39.xml"/><Relationship Id="rIdNotesMaster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40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4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5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6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7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8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9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10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11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12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13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14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15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16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17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18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19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20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21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22</a:t>
            </a:r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23</a:t>
            </a:r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24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25</a:t>
            </a:r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26</a:t>
            </a:r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27</a:t>
            </a:r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28</a:t>
            </a:r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29</a:t>
            </a:r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30</a:t>
            </a:r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31</a:t>
            </a:r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32</a:t>
            </a:r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33</a:t>
            </a:r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34</a:t>
            </a:r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35</a:t>
            </a:r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36</a:t>
            </a:r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37</a:t>
            </a:r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38</a:t>
            </a:r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39</a:t>
            </a:r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Notas de la sección 40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1.1</a:t>
            </a:r>
          </a:p>
          <a:p>
            <a:pPr lvl="1"/>
            <a:r>
              <a:rPr lang="es-ES"/>
              <a:t>Punto 1.2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2.1</a:t>
            </a:r>
          </a:p>
          <a:p>
            <a:pPr lvl="1"/>
            <a:r>
              <a:rPr lang="es-ES"/>
              <a:t>Punto 2.2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3.1</a:t>
            </a:r>
          </a:p>
          <a:p>
            <a:pPr lvl="1"/>
            <a:r>
              <a:rPr lang="es-ES"/>
              <a:t>Punto 3.2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4.1</a:t>
            </a:r>
          </a:p>
          <a:p>
            <a:pPr lvl="1"/>
            <a:r>
              <a:rPr lang="es-ES"/>
              <a:t>Punto 4.2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5.1</a:t>
            </a:r>
          </a:p>
          <a:p>
            <a:pPr lvl="1"/>
            <a:r>
              <a:rPr lang="es-ES"/>
              <a:t>Punto 5.2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6.1</a:t>
            </a:r>
          </a:p>
          <a:p>
            <a:pPr lvl="1"/>
            <a:r>
              <a:rPr lang="es-ES"/>
              <a:t>Punto 6.2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7.1</a:t>
            </a:r>
          </a:p>
          <a:p>
            <a:pPr lvl="1"/>
            <a:r>
              <a:rPr lang="es-ES"/>
              <a:t>Punto 7.2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8.1</a:t>
            </a:r>
          </a:p>
          <a:p>
            <a:pPr lvl="1"/>
            <a:r>
              <a:rPr lang="es-ES"/>
              <a:t>Punto 8.2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9.1</a:t>
            </a:r>
          </a:p>
          <a:p>
            <a:pPr lvl="1"/>
            <a:r>
              <a:rPr lang="es-ES"/>
              <a:t>Punto 9.2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10.1</a:t>
            </a:r>
          </a:p>
          <a:p>
            <a:pPr lvl="1"/>
            <a:r>
              <a:rPr lang="es-ES"/>
              <a:t>Punto 10.2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11.1</a:t>
            </a:r>
          </a:p>
          <a:p>
            <a:pPr lvl="1"/>
            <a:r>
              <a:rPr lang="es-ES"/>
              <a:t>Punto 11.2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12.1</a:t>
            </a:r>
          </a:p>
          <a:p>
            <a:pPr lvl="1"/>
            <a:r>
              <a:rPr lang="es-ES"/>
              <a:t>Punto 12.2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13.1</a:t>
            </a:r>
          </a:p>
          <a:p>
            <a:pPr lvl="1"/>
            <a:r>
              <a:rPr lang="es-ES"/>
              <a:t>Punto 13.2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14.1</a:t>
            </a:r>
          </a:p>
          <a:p>
            <a:pPr lvl="1"/>
            <a:r>
              <a:rPr lang="es-ES"/>
              <a:t>Punto 14.2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15.1</a:t>
            </a:r>
          </a:p>
          <a:p>
            <a:pPr lvl="1"/>
            <a:r>
              <a:rPr lang="es-ES"/>
              <a:t>Punto 15.2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16.1</a:t>
            </a:r>
          </a:p>
          <a:p>
            <a:pPr lvl="1"/>
            <a:r>
              <a:rPr lang="es-ES"/>
              <a:t>Punto 16.2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17.1</a:t>
            </a:r>
          </a:p>
          <a:p>
            <a:pPr lvl="1"/>
            <a:r>
              <a:rPr lang="es-ES"/>
              <a:t>Punto 17.2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18.1</a:t>
            </a:r>
          </a:p>
          <a:p>
            <a:pPr lvl="1"/>
            <a:r>
              <a:rPr lang="es-ES"/>
              <a:t>Punto 18.2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19.1</a:t>
            </a:r>
          </a:p>
          <a:p>
            <a:pPr lvl="1"/>
            <a:r>
              <a:rPr lang="es-ES"/>
              <a:t>Punto 19.2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20.1</a:t>
            </a:r>
          </a:p>
          <a:p>
            <a:pPr lvl="1"/>
            <a:r>
              <a:rPr lang="es-ES"/>
              <a:t>Punto 20.2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21.1</a:t>
            </a:r>
          </a:p>
          <a:p>
            <a:pPr lvl="1"/>
            <a:r>
              <a:rPr lang="es-ES"/>
              <a:t>Punto 21.2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22.1</a:t>
            </a:r>
          </a:p>
          <a:p>
            <a:pPr lvl="1"/>
            <a:r>
              <a:rPr lang="es-ES"/>
              <a:t>Punto 22.2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23.1</a:t>
            </a:r>
          </a:p>
          <a:p>
            <a:pPr lvl="1"/>
            <a:r>
              <a:rPr lang="es-ES"/>
              <a:t>Punto 23.2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24.1</a:t>
            </a:r>
          </a:p>
          <a:p>
            <a:pPr lvl="1"/>
            <a:r>
              <a:rPr lang="es-ES"/>
              <a:t>Punto 24.2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25.1</a:t>
            </a:r>
          </a:p>
          <a:p>
            <a:pPr lvl="1"/>
            <a:r>
              <a:rPr lang="es-ES"/>
              <a:t>Punto 25.2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26.1</a:t>
            </a:r>
          </a:p>
          <a:p>
            <a:pPr lvl="1"/>
            <a:r>
              <a:rPr lang="es-ES"/>
              <a:t>Punto 26.2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27.1</a:t>
            </a:r>
          </a:p>
          <a:p>
            <a:pPr lvl="1"/>
            <a:r>
              <a:rPr lang="es-ES"/>
              <a:t>Punto 27.2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28.1</a:t>
            </a:r>
          </a:p>
          <a:p>
            <a:pPr lvl="1"/>
            <a:r>
              <a:rPr lang="es-ES"/>
              <a:t>Punto 28.2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29.1</a:t>
            </a:r>
          </a:p>
          <a:p>
            <a:pPr lvl="1"/>
            <a:r>
              <a:rPr lang="es-ES"/>
              <a:t>Punto 29.2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30.1</a:t>
            </a:r>
          </a:p>
          <a:p>
            <a:pPr lvl="1"/>
            <a:r>
              <a:rPr lang="es-ES"/>
              <a:t>Punto 30.2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31.1</a:t>
            </a:r>
          </a:p>
          <a:p>
            <a:pPr lvl="1"/>
            <a:r>
              <a:rPr lang="es-ES"/>
              <a:t>Punto 31.2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32.1</a:t>
            </a:r>
          </a:p>
          <a:p>
            <a:pPr lvl="1"/>
            <a:r>
              <a:rPr lang="es-ES"/>
              <a:t>Punto 32.2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33.1</a:t>
            </a:r>
          </a:p>
          <a:p>
            <a:pPr lvl="1"/>
            <a:r>
              <a:rPr lang="es-ES"/>
              <a:t>Punto 33.2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34.1</a:t>
            </a:r>
          </a:p>
          <a:p>
            <a:pPr lvl="1"/>
            <a:r>
              <a:rPr lang="es-ES"/>
              <a:t>Punto 34.2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35.1</a:t>
            </a:r>
          </a:p>
          <a:p>
            <a:pPr lvl="1"/>
            <a:r>
              <a:rPr lang="es-ES"/>
              <a:t>Punto 35.2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36.1</a:t>
            </a:r>
          </a:p>
          <a:p>
            <a:pPr lvl="1"/>
            <a:r>
              <a:rPr lang="es-ES"/>
              <a:t>Punto 36.2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37.1</a:t>
            </a:r>
          </a:p>
          <a:p>
            <a:pPr lvl="1"/>
            <a:r>
              <a:rPr lang="es-ES"/>
              <a:t>Punto 37.2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38.1</a:t>
            </a:r>
          </a:p>
          <a:p>
            <a:pPr lvl="1"/>
            <a:r>
              <a:rPr lang="es-ES"/>
              <a:t>Punto 38.2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39.1</a:t>
            </a:r>
          </a:p>
          <a:p>
            <a:pPr lvl="1"/>
            <a:r>
              <a:rPr lang="es-ES"/>
              <a:t>Punto 39.2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Sección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Punto 40.1</a:t>
            </a:r>
          </a:p>
          <a:p>
            <a:pPr lvl="1"/>
            <a:r>
              <a:rPr lang="es-ES"/>
              <a:t>Punto 40.2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 largo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