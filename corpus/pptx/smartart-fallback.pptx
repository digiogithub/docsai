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/>
  <dgm:styleLbl name="node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1}" type="doc">
      <dgm:prSet/>
      <dgm:spPr/>
      <dgm:t>
        <a:bodyPr/>
        <a:lstStyle/>
        <a:p/>
      </dgm:t>
    </dgm:pt>
    <dgm:pt modelId="{00000000-0000-0000-0000-000000000002}">
      <dgm:prSet/>
      <dgm:spPr/>
      <dgm:t>
        <a:bodyPr/>
        <a:lstStyle/>
        <a:p>
          <a:r>
            <a:rPr lang="es-ES"/>
            <a:t>Planificar</a:t>
          </a:r>
        </a:p>
      </dgm:t>
    </dgm:pt>
    <dgm:pt modelId="{00000000-0000-0000-0000-000000000003}">
      <dgm:prSet/>
      <dgm:spPr/>
      <dgm:t>
        <a:bodyPr/>
        <a:lstStyle/>
        <a:p>
          <a:r>
            <a:rPr lang="es-ES"/>
            <a:t>Ejecutar</a:t>
          </a:r>
        </a:p>
      </dgm:t>
    </dgm:pt>
    <dgm:pt modelId="{00000000-0000-0000-0000-000000000004}">
      <dgm:prSet/>
      <dgm:spPr/>
      <dgm:t>
        <a:bodyPr/>
        <a:lstStyle/>
        <a:p>
          <a:r>
            <a:rPr lang="es-ES"/>
            <a:t>Revisar</a:t>
          </a:r>
        </a:p>
      </dgm:t>
    </dgm:pt>
  </dgm:ptLst>
  <dgm:cxnLst/>
  <dgm:bg/>
  <dgm:whole/>
</dgm:dataModel>
</file>

<file path=ppt/diagrams/drawing1.xml><?xml version="1.0" encoding="utf-8"?>
<dsp:drawing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002}">
      <dsp:nvSpPr>
        <dsp:cNvPr id="0" name=""/>
        <dsp:cNvSpPr/>
      </dsp:nvSpPr>
      <dsp:spPr>
        <a:xfrm>
          <a:off x="838200" y="2200000"/>
          <a:ext cx="2000000" cy="900000"/>
        </a:xfrm>
        <a:prstGeom prst="rect">
          <a:avLst/>
        </a:prstGeom>
      </dsp:spPr>
      <dsp:txBody>
        <a:bodyPr/>
        <a:lstStyle/>
        <a:p>
          <a:r>
            <a:rPr lang="es-ES"/>
            <a:t>Planificar</a:t>
          </a:r>
        </a:p>
      </dsp:txBody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Proceso básico"/>
  <dgm:desc val=""/>
  <dgm:catLst/>
  <dgm:sampData>
    <dgm:dataModel>
      <dgm:ptLst/>
      <dgm:cxnLst/>
      <dgm:bg/>
      <dgm:whole/>
    </dgm:dataModel>
  </dgm:sampData>
  <dgm:layoutNode name="linear">
    <dgm:alg type="lin"/>
    <dgm:shape/>
    <dgm:presOf/>
    <dgm:constrLst/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/>
  <dgm:styleLbl name="node0">
    <dgm:scene3d>
      <a:camera prst="orthographicFront"/>
      <a:lightRig rig="threePt" dir="t"/>
    </dgm:scene3d>
    <dgm:sp3d/>
    <dgm:txPr/>
    <dgm:style/>
  </dgm:styleLbl>
</dgm:styleDef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DgmData" Type="http://schemas.openxmlformats.org/officeDocument/2006/relationships/diagramData" Target="../diagrams/data1.xml"/><Relationship Id="rIdDgmLayout" Type="http://schemas.openxmlformats.org/officeDocument/2006/relationships/diagramLayout" Target="../diagrams/layout1.xml"/><Relationship Id="rIdDgmQuickStyle" Type="http://schemas.openxmlformats.org/officeDocument/2006/relationships/diagramQuickStyle" Target="../diagrams/quickStyle1.xml"/><Relationship Id="rIdDgmColors" Type="http://schemas.openxmlformats.org/officeDocument/2006/relationships/diagramColors" Target="../diagrams/colors1.xml"/><Relationship Id="rIdDgmDrawing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Proceso</a:t>
            </a:r>
          </a:p>
        </p:txBody>
      </p:sp>
      <mc:AlternateContent xmlns:mc="http://schemas.openxmlformats.org/markup-compatibility/2006">
        <mc:Choice xmlns:dgm14="http://schemas.microsoft.com/office/drawing/2010/diagram" Requires="dgm14">
          <p:graphicFrame>
            <p:nvGraphicFramePr>
              <p:cNvPr id="4" name="Diagrama 1"/>
              <p:cNvGraphicFramePr>
                <a:graphicFrameLocks noGrp="1"/>
              </p:cNvGraphicFramePr>
              <p:nvPr/>
            </p:nvGraphicFramePr>
            <p:xfrm>
              <a:off x="838200" y="1825625"/>
              <a:ext cx="7467600" cy="3000000"/>
            </p:xfrm>
            <a:graphic>
              <a:graphicData uri="http://schemas.openxmlformats.org/drawingml/2006/diagram">
                <dgm:relIds xmlns:dgm="http://schemas.openxmlformats.org/drawingml/2006/diagram" r:dm="rIdDgmData" r:lo="rIdDgmLayout" r:qs="rIdDgmQuickStyle" r:cs="rIdDgmColors"/>
              </a:graphicData>
            </a:graphic>
          </p:graphicFrame>
        </mc:Choice>
        <mc:Fallback>
          <p:sp>
            <p:nvSpPr>
              <p:cNvPr id="5" name="Diagrama 1 (respaldo)"/>
              <p:cNvSpPr>
                <a:spLocks noGrp="1"/>
              </p:cNvSpPr>
              <p:nvPr/>
            </p:nvSpPr>
            <p:spPr>
              <a:xfrm>
                <a:off x="838200" y="1825625"/>
                <a:ext cx="7467600" cy="30000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s-ES"/>
                  <a:t>Planificar · Ejecutar · Revisar</a:t>
                </a:r>
              </a:p>
            </p:txBody>
          </p:sp>
        </mc:Fallback>
      </mc:AlternateContent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SmartArt con respaldo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