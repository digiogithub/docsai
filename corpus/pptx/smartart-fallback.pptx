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diagrams/colors1.xml" ContentType="application/vnd.openxmlformats-officedocument.drawingml.diagramColors+xml"/>
  <Override PartName="/ppt/diagrams/data1.xml" ContentType="application/vnd.openxmlformats-officedocument.drawingml.diagramData+xml"/>
  <Override PartName="/ppt/diagrams/drawing1.xml" ContentType="application/vnd.ms-office.drawingml.diagramDrawing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heme/theme1.xml" ContentType="application/vnd.openxmlformats-officedocument.drawingml.them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Master1"/>
  </p:sldMasterIdLst>
  <p:sldIdLst>
    <p:sldId id="256" r:id="rIdSlide1"/>
  </p:sldIdLst>
  <p:sldSz cx="9144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Master1" Type="http://schemas.openxmlformats.org/officeDocument/2006/relationships/slideMaster" Target="slideMasters/slideMaster1.xml"/><Relationship Id="rIdSlide1" Type="http://schemas.openxmlformats.org/officeDocument/2006/relationships/slide" Target="slides/slid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/>
  <dgm:styleLbl name="node0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0000000-0000-0000-0000-000000000001}" type="doc">
      <dgm:prSet/>
      <dgm:spPr/>
      <dgm:t>
        <a:bodyPr/>
        <a:lstStyle/>
        <a:p/>
      </dgm:t>
    </dgm:pt>
    <dgm:pt modelId="{00000000-0000-0000-0000-000000000002}">
      <dgm:prSet/>
      <dgm:spPr/>
      <dgm:t>
        <a:bodyPr/>
        <a:lstStyle/>
        <a:p>
          <a:r>
            <a:rPr lang="es-ES"/>
            <a:t>Planificar</a:t>
          </a:r>
        </a:p>
      </dgm:t>
    </dgm:pt>
    <dgm:pt modelId="{00000000-0000-0000-0000-000000000003}">
      <dgm:prSet/>
      <dgm:spPr/>
      <dgm:t>
        <a:bodyPr/>
        <a:lstStyle/>
        <a:p>
          <a:r>
            <a:rPr lang="es-ES"/>
            <a:t>Ejecutar</a:t>
          </a:r>
        </a:p>
      </dgm:t>
    </dgm:pt>
    <dgm:pt modelId="{00000000-0000-0000-0000-000000000004}">
      <dgm:prSet/>
      <dgm:spPr/>
      <dgm:t>
        <a:bodyPr/>
        <a:lstStyle/>
        <a:p>
          <a:r>
            <a:rPr lang="es-ES"/>
            <a:t>Revisar</a:t>
          </a:r>
        </a:p>
      </dgm:t>
    </dgm:pt>
  </dgm:ptLst>
  <dgm:cxnLst/>
  <dgm:bg/>
  <dgm:whole/>
</dgm:dataModel>
</file>

<file path=ppt/diagrams/drawing1.xml><?xml version="1.0" encoding="utf-8"?>
<dsp:drawing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0000000-0000-0000-0000-000000000002}">
      <dsp:nvSpPr>
        <dsp:cNvPr id="0" name=""/>
        <dsp:cNvSpPr/>
      </dsp:nvSpPr>
      <dsp:spPr>
        <a:xfrm>
          <a:off x="838200" y="2200000"/>
          <a:ext cx="2000000" cy="900000"/>
        </a:xfrm>
        <a:prstGeom prst="rect">
          <a:avLst/>
        </a:prstGeom>
      </dsp:spPr>
      <dsp:txBody>
        <a:bodyPr/>
        <a:lstStyle/>
        <a:p>
          <a:r>
            <a:rPr lang="es-ES"/>
            <a:t>Planificar</a:t>
          </a:r>
        </a:p>
      </dsp:txBody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Proceso básico"/>
  <dgm:desc val=""/>
  <dgm:catLst/>
  <dgm:sampData>
    <dgm:dataModel>
      <dgm:ptLst/>
      <dgm:cxnLst/>
      <dgm:bg/>
      <dgm:whole/>
    </dgm:dataModel>
  </dgm:sampData>
  <dgm:layoutNode name="linear">
    <dgm:alg type="lin"/>
    <dgm:shape/>
    <dgm:presOf/>
    <dgm:constrLst/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/>
  <dgm:styleLbl name="node0">
    <dgm:scene3d>
      <a:camera prst="orthographicFront"/>
      <a:lightRig rig="threePt" dir="t"/>
    </dgm:scene3d>
    <dgm:sp3d/>
    <dgm:txPr/>
    <dgm:style/>
  </dgm:styleLbl>
</dgm:styleDef>
</file>

<file path=ppt/slideLayouts/_rels/slideLayout1.xml.rels><?xml version="1.0" encoding="UTF-8" standalone="yes"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</p:txBody>
      </p:sp>
    </p:spTree>
  </p:cSld>
</p:sldLayout>
</file>

<file path=ppt/slideMasters/_rels/slideMaster1.xml.rels><?xml version="1.0" encoding="UTF-8" standalone="yes"?>
<Relationships xmlns="http://schemas.openxmlformats.org/package/2006/relationships"><Relationship Id="rIdLayout1" Type="http://schemas.openxmlformats.org/officeDocument/2006/relationships/slideLayout" Target="../slideLayouts/slideLayout1.xml"/><Relationship Id="rIdTheme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7467600" cy="1325563"/>
          </a:xfrm>
          <a:prstGeom prst="rect">
            <a:avLst/>
          </a:prstGeom>
        </p:spPr>
        <p:txBody>
          <a:bodyPr/>
          <a:lstStyle/>
          <a:p>
            <a:r>
              <a:rPr lang="es-E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7467600" cy="4351338"/>
          </a:xfrm>
          <a:prstGeom prst="rect">
            <a:avLst/>
          </a:prstGeom>
        </p:spPr>
        <p:txBody>
          <a:bodyPr/>
          <a:lstStyle/>
          <a:p>
            <a:r>
              <a:rPr lang="es-ES"/>
              <a:t>Click to edit Master text styles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Layout1"/>
  </p:sldLayoutIdLst>
  <p:txStyles>
    <p:titleStyle>
      <a:lvl1pPr>
        <a:defRPr sz="4400">
          <a:solidFill>
            <a:schemeClr val="tx1"/>
          </a:solidFill>
          <a:latin typeface="+mj-lt"/>
        </a:defRPr>
      </a:lvl1pPr>
    </p:titleStyle>
    <p:bodyStyle>
      <a:lvl1pPr marL="342900" indent="-342900">
        <a:buChar char="•"/>
        <a:defRPr sz="2800">
          <a:solidFill>
            <a:schemeClr val="tx1"/>
          </a:solidFill>
          <a:latin typeface="+mn-lt"/>
        </a:defRPr>
      </a:lvl1pPr>
      <a:lvl2pPr marL="685800" indent="-342900">
        <a:buChar char="•"/>
        <a:defRPr sz="2400">
          <a:solidFill>
            <a:schemeClr val="tx1"/>
          </a:solidFill>
          <a:latin typeface="+mn-lt"/>
        </a:defRPr>
      </a:lvl2pPr>
      <a:lvl3pPr marL="1028700" indent="-342900">
        <a:buChar char="•"/>
        <a:defRPr sz="2000">
          <a:solidFill>
            <a:schemeClr val="tx1"/>
          </a:solidFill>
          <a:latin typeface="+mn-lt"/>
        </a:defRPr>
      </a:lvl3pPr>
      <a:lvl4pPr marL="1371600" indent="-342900">
        <a:buChar char="•"/>
        <a:defRPr sz="1600">
          <a:solidFill>
            <a:schemeClr val="tx1"/>
          </a:solidFill>
          <a:latin typeface="+mn-lt"/>
        </a:defRPr>
      </a:lvl4pPr>
    </p:bodyStyle>
    <p:otherStyle>
      <a:lvl1pPr>
        <a:defRPr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Layout" Type="http://schemas.openxmlformats.org/officeDocument/2006/relationships/slideLayout" Target="../slideLayouts/slideLayout1.xml"/><Relationship Id="rIdDgmData" Type="http://schemas.openxmlformats.org/officeDocument/2006/relationships/diagramData" Target="../diagrams/data1.xml"/><Relationship Id="rIdDgmLayout" Type="http://schemas.openxmlformats.org/officeDocument/2006/relationships/diagramLayout" Target="../diagrams/layout1.xml"/><Relationship Id="rIdDgmQuickStyle" Type="http://schemas.openxmlformats.org/officeDocument/2006/relationships/diagramQuickStyle" Target="../diagrams/quickStyle1.xml"/><Relationship Id="rIdDgmColors" Type="http://schemas.openxmlformats.org/officeDocument/2006/relationships/diagramColors" Target="../diagrams/colors1.xml"/><Relationship Id="rIdDgmDrawing" Type="http://schemas.microsoft.com/office/2007/relationships/diagramDrawing" Target="../diagrams/drawing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s-ES"/>
              <a:t>Proceso</a:t>
            </a:r>
          </a:p>
        </p:txBody>
      </p:sp>
      <mc:AlternateContent xmlns:mc="http://schemas.openxmlformats.org/markup-compatibility/2006">
        <mc:Choice xmlns:dgm14="http://schemas.microsoft.com/office/drawing/2010/diagram" Requires="dgm14">
          <p:graphicFrame>
            <p:nvGraphicFramePr>
              <p:cNvPr id="4" name="Diagrama 1"/>
              <p:cNvGraphicFramePr>
                <a:graphicFrameLocks noGrp="1"/>
              </p:cNvGraphicFramePr>
              <p:nvPr/>
            </p:nvGraphicFramePr>
            <p:xfrm>
              <a:off x="838200" y="1825625"/>
              <a:ext cx="7467600" cy="3000000"/>
            </p:xfrm>
            <a:graphic>
              <a:graphicData uri="http://schemas.openxmlformats.org/drawingml/2006/diagram">
                <dgm:relIds xmlns:dgm="http://schemas.openxmlformats.org/drawingml/2006/diagram" r:dm="rIdDgmData" r:lo="rIdDgmLayout" r:qs="rIdDgmQuickStyle" r:cs="rIdDgmColors"/>
              </a:graphicData>
            </a:graphic>
          </p:graphicFrame>
        </mc:Choice>
        <mc:Fallback>
          <p:sp>
            <p:nvSpPr>
              <p:cNvPr id="5" name="Diagrama 1 (respaldo)"/>
              <p:cNvSpPr>
                <a:spLocks noGrp="1"/>
              </p:cNvSpPr>
              <p:nvPr/>
            </p:nvSpPr>
            <p:spPr>
              <a:xfrm>
                <a:off x="838200" y="1825625"/>
                <a:ext cx="7467600" cy="3000000"/>
              </a:xfrm>
              <a:prstGeom prst="rect">
                <a:avLst/>
              </a:prstGeom>
            </p:spPr>
            <p:txBody>
              <a:bodyPr/>
              <a:lstStyle/>
              <a:p>
                <a:r>
                  <a:rPr lang="es-ES"/>
                  <a:t>Planificar · Ejecutar · Revisar</a:t>
                </a:r>
              </a:p>
            </p:txBody>
          </p:sp>
        </mc:Fallback>
      </mc:AlternateContent>
    </p:spTree>
  </p:cSld>
</p:sld>
</file>

<file path=ppt/theme/theme1.xml><?xml version="1.0" encoding="utf-8"?>
<a:theme xmlns:a="http://schemas.openxmlformats.org/drawingml/2006/main" name="docsai">
  <a:themeElements>
    <a:clrScheme name="docsai">
      <a:dk1>
        <a:sysClr val="windowText" lastClr="000000"/>
      </a:dk1>
      <a:lt1>
        <a:sysClr val="window" lastClr="FFFFFF"/>
      </a:lt1>
      <a:dk2>
        <a:srgbClr val="1F3864"/>
      </a:dk2>
      <a:lt2>
        <a:srgbClr val="E7E6E6"/>
      </a:lt2>
      <a:accent1>
        <a:srgbClr val="1E5AC8"/>
      </a:accent1>
      <a:accent2>
        <a:srgbClr val="C82828"/>
      </a:accent2>
      <a:accent3>
        <a:srgbClr val="14A03C"/>
      </a:accent3>
      <a:accent4>
        <a:srgbClr val="E0A000"/>
      </a:accent4>
      <a:accent5>
        <a:srgbClr val="7030A0"/>
      </a:accent5>
      <a:accent6>
        <a:srgbClr val="00B0B0"/>
      </a:accent6>
      <a:hlink>
        <a:srgbClr val="0563C1"/>
      </a:hlink>
      <a:folHlink>
        <a:srgbClr val="954F72"/>
      </a:folHlink>
    </a:clrScheme>
    <a:fontScheme name="docsai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docsai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docsai-corpus</Application>
  <Company>docsai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SmartArt con respaldo</dc:title>
  <dc:creator>docsai corpus</dc:creator>
  <cp:lastModifiedBy>docsai corpus</cp:lastModifiedBy>
  <dc:language>es-ES</dc:language>
  <dcterms:created xsi:type="dcterms:W3CDTF">2026-01-01T00:00:00Z</dcterms:created>
  <dcterms:modified xsi:type="dcterms:W3CDTF">2026-01-02T00:00:00Z</dcterms:modified>
</cp:coreProperties>
</file>